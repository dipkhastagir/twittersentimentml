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967E"/>
    <a:srgbClr val="E4EC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5B5C-6271-59E5-A1B2-094287B31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C04BE-3693-4ACA-6FBF-8C3AA9F2D1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64F73-B87B-9F6E-84DF-4651E940B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734B-592F-4505-85DC-0F30A05705B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3264A-479F-56F3-41DF-44BF98B31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82BAF-C06A-ED74-9C7C-D451584AA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3898-CF99-43E4-ADBE-5D572442F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2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391DB-A79F-0EA0-B014-93D1E4094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D1FE8-60B4-1764-1554-E171675C9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BEC07-7537-6754-9C83-A196EBFF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734B-592F-4505-85DC-0F30A05705B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4CC30-FFC7-A380-1FA4-C6462A87D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DE52E-1624-5A83-E4F8-57425F12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3898-CF99-43E4-ADBE-5D572442F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62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A94B-6CE2-75CA-817E-ED9031BDE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D28EF-AA1F-9CB0-86CF-AD95DCA2B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FB7B5-9E07-9E80-B1C3-F817732C8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734B-592F-4505-85DC-0F30A05705B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B44DF-E51C-E7B3-6662-23FCEF50A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003B3-EAEC-7225-B77A-216891972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3898-CF99-43E4-ADBE-5D572442F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73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D504F-72AB-1A6B-6C25-F2994045E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99D78-1F0F-A12C-8E92-E2883A8F50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D61C96-F3E4-4C5B-B2B0-E0D3F5410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9A99C-2BEA-2E50-154A-1DFAF4194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734B-592F-4505-85DC-0F30A05705B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99A3C-06AF-42B5-7092-E6EBFF9AF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86CBF-F651-E17B-484B-58D44B91C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3898-CF99-43E4-ADBE-5D572442F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27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2419-B55A-23C2-515B-ED948F0BC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2D54E-6E56-5F19-6057-7FBACF40A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FD0E1-C027-FF1B-6322-E910BD9AB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98D331-2806-B088-9CF1-C4CE01334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67253C-E1E1-96C5-5E51-7BEB16A570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0CE029-32FC-31B5-9497-1904AC51C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734B-592F-4505-85DC-0F30A05705B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B153AD-86F4-CDAF-EF04-57409707A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0943D0-F2B1-F75B-2B75-F100769B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3898-CF99-43E4-ADBE-5D572442F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10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0AB45-EA86-2850-E2D0-15142BE2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405793-900A-A1EF-41AB-DCFE2D30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734B-592F-4505-85DC-0F30A05705B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E1AF4-5082-49A2-05DD-99553502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DE000F-4E94-C47D-4215-353D25826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3898-CF99-43E4-ADBE-5D572442F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35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687FC9-F001-6DAD-A273-D2570FEE7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734B-592F-4505-85DC-0F30A05705B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32B987-E5CD-1089-1B1C-FFFA627DE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0B238-4D1A-ACCF-3FFC-26F9B928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3898-CF99-43E4-ADBE-5D572442F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14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1B509-BB63-1C3A-CB25-5A0038D0B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96185-8690-B588-8CA5-DBFCFAAB1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ED326-4395-3BF1-65FF-9CA122C6B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8F37B-6837-1829-66B3-E666AEE8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734B-592F-4505-85DC-0F30A05705B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24C59-4102-4D13-FF1E-50AB5CFD3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D1430-BBD6-AAA4-F479-DC37DE748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3898-CF99-43E4-ADBE-5D572442F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31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DCFE0-340B-F53E-B9D1-91BDD26FA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6ACBEE-BB6C-2200-C731-2DA72FF077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F99D7C-F069-CF1C-2997-A9075B304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FE807-8C9D-89F0-1C0A-6A986D25A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734B-592F-4505-85DC-0F30A05705B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FE7B2-E22A-E4A8-1C50-CF67C1A34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C3E521-6F03-9970-1E1D-EF97B86CD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3898-CF99-43E4-ADBE-5D572442F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D50C-0214-CE88-22BB-081C85A49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EF549-17F1-0310-25F2-B2F534AA0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FAB81-2B29-5F7B-9BDD-C0BD4057F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734B-592F-4505-85DC-0F30A05705B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8943E-F8B4-687D-AB8A-379E6B7AE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28F35-5FCD-04CB-6298-EAE00F050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3898-CF99-43E4-ADBE-5D572442F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365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AD0643-8163-3581-0F5E-AD10E5748D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4F514-8896-4D7D-EA7C-8D2ADD2FF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45828-1F88-D816-FD24-A7ABCD482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734B-592F-4505-85DC-0F30A05705B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E7282-3EBD-2686-4FEB-D78E2371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A6BC2-66E4-34B3-94C5-EADCA758D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3898-CF99-43E4-ADBE-5D572442F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77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50B3DB-A25D-C914-F1F0-EC8E017A0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01533-FA92-3EC5-211F-A4E54627E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1A5CE-2AF5-A4AE-E89A-3D0BAB769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88734B-592F-4505-85DC-0F30A05705B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947EF-91D3-20C7-5D6F-EA3CCF3EB8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2776-077D-4F58-89D4-931D39FEE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D3898-CF99-43E4-ADBE-5D572442F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88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DF40827-B4DE-260A-3629-D7D24F754F9A}"/>
              </a:ext>
            </a:extLst>
          </p:cNvPr>
          <p:cNvSpPr/>
          <p:nvPr/>
        </p:nvSpPr>
        <p:spPr>
          <a:xfrm>
            <a:off x="2641092" y="2167128"/>
            <a:ext cx="1847088" cy="86868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Data Collection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332C02-CA3B-5EA1-78EB-FD2AEC3EB10D}"/>
              </a:ext>
            </a:extLst>
          </p:cNvPr>
          <p:cNvSpPr/>
          <p:nvPr/>
        </p:nvSpPr>
        <p:spPr>
          <a:xfrm>
            <a:off x="5170932" y="2167128"/>
            <a:ext cx="1847088" cy="86868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Data Preprocessing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346DB9-A90B-A0A8-769D-AC4A73C38F11}"/>
              </a:ext>
            </a:extLst>
          </p:cNvPr>
          <p:cNvSpPr/>
          <p:nvPr/>
        </p:nvSpPr>
        <p:spPr>
          <a:xfrm>
            <a:off x="7700772" y="2167128"/>
            <a:ext cx="1847088" cy="8686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Data Splitting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34CF5D-4B38-BA32-136A-2A6C491F1BEF}"/>
              </a:ext>
            </a:extLst>
          </p:cNvPr>
          <p:cNvSpPr/>
          <p:nvPr/>
        </p:nvSpPr>
        <p:spPr>
          <a:xfrm>
            <a:off x="7085076" y="3534157"/>
            <a:ext cx="3300984" cy="11978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C08004-F2CA-86BC-E0CB-678B9A92950F}"/>
              </a:ext>
            </a:extLst>
          </p:cNvPr>
          <p:cNvSpPr/>
          <p:nvPr/>
        </p:nvSpPr>
        <p:spPr>
          <a:xfrm>
            <a:off x="7205472" y="3936493"/>
            <a:ext cx="1472184" cy="66751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Logistic Regression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EBCDA2D-1780-F4E9-C5AA-43F07FE00E87}"/>
              </a:ext>
            </a:extLst>
          </p:cNvPr>
          <p:cNvSpPr/>
          <p:nvPr/>
        </p:nvSpPr>
        <p:spPr>
          <a:xfrm>
            <a:off x="8795004" y="3936493"/>
            <a:ext cx="1472184" cy="66751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XGBoost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CF610C-62B9-2D31-938B-1A947DE75083}"/>
              </a:ext>
            </a:extLst>
          </p:cNvPr>
          <p:cNvSpPr/>
          <p:nvPr/>
        </p:nvSpPr>
        <p:spPr>
          <a:xfrm>
            <a:off x="7953756" y="3625596"/>
            <a:ext cx="1563624" cy="3108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Model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48550C-39E8-4075-A46B-D857D9B8D74B}"/>
              </a:ext>
            </a:extLst>
          </p:cNvPr>
          <p:cNvSpPr/>
          <p:nvPr/>
        </p:nvSpPr>
        <p:spPr>
          <a:xfrm>
            <a:off x="4488180" y="3698749"/>
            <a:ext cx="1847088" cy="868680"/>
          </a:xfrm>
          <a:prstGeom prst="roundRect">
            <a:avLst/>
          </a:prstGeom>
          <a:solidFill>
            <a:srgbClr val="E4EC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Ensembling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B362823-DFA5-B7EB-30A9-0B5953B16561}"/>
              </a:ext>
            </a:extLst>
          </p:cNvPr>
          <p:cNvSpPr/>
          <p:nvPr/>
        </p:nvSpPr>
        <p:spPr>
          <a:xfrm>
            <a:off x="1891284" y="3707893"/>
            <a:ext cx="1847088" cy="868680"/>
          </a:xfrm>
          <a:prstGeom prst="roundRect">
            <a:avLst/>
          </a:prstGeom>
          <a:solidFill>
            <a:srgbClr val="F0967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Evaluation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CE4730-C739-5879-CC1F-22A4F34A5986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488180" y="2601468"/>
            <a:ext cx="6827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54962B-89BC-24CD-7A32-DE24A84C1FD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018020" y="2601468"/>
            <a:ext cx="6827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8FFA0A0D-1228-65E9-D66D-787A3372EBAA}"/>
              </a:ext>
            </a:extLst>
          </p:cNvPr>
          <p:cNvCxnSpPr>
            <a:stCxn id="6" idx="3"/>
            <a:endCxn id="7" idx="3"/>
          </p:cNvCxnSpPr>
          <p:nvPr/>
        </p:nvCxnSpPr>
        <p:spPr>
          <a:xfrm>
            <a:off x="9547860" y="2601468"/>
            <a:ext cx="838200" cy="1531621"/>
          </a:xfrm>
          <a:prstGeom prst="bentConnector3">
            <a:avLst>
              <a:gd name="adj1" fmla="val 12727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89AA88F-D9CD-64A3-DC67-84BDA285E091}"/>
              </a:ext>
            </a:extLst>
          </p:cNvPr>
          <p:cNvCxnSpPr>
            <a:stCxn id="7" idx="1"/>
            <a:endCxn id="11" idx="3"/>
          </p:cNvCxnSpPr>
          <p:nvPr/>
        </p:nvCxnSpPr>
        <p:spPr>
          <a:xfrm flipH="1">
            <a:off x="6335268" y="4133089"/>
            <a:ext cx="7498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F1AF780-9E2F-61EC-8D75-71220D3741B9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738372" y="4133089"/>
            <a:ext cx="749808" cy="9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853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12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Aharoni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 KHASTAGIR</dc:creator>
  <cp:lastModifiedBy>DIP KHASTAGIR</cp:lastModifiedBy>
  <cp:revision>1</cp:revision>
  <dcterms:created xsi:type="dcterms:W3CDTF">2026-03-16T13:52:11Z</dcterms:created>
  <dcterms:modified xsi:type="dcterms:W3CDTF">2026-03-16T18:39:59Z</dcterms:modified>
</cp:coreProperties>
</file>